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el curso como una introducción aplicada a la gestión de la seguridad de la información. Destacar que el enfoque no se limita a herramientas tecnológicas, sino que integra procesos organizacionales, responsabilidades, políticas, análisis de riesgos, controles, auditorías y cultura de seguridad. Explicar que la seguridad de la información busca proteger la confidencialidad, integridad y disponibilidad de los activos de información, pero también fortalecer la confianza, la continuidad operativa y el cumplimiento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que la seguridad de la información requiere combinar conocimientos técnicos con capacidades de gestión. No basta con conocer herramientas de protección; también es necesario identificar activos críticos, analizar riesgos, proponer controles, documentar evidencias, comunicar políticas y evaluar resultados. Resaltar que el profesional de seguridad debe actuar con criterio ético, sentido de responsabilidad y comprensión del contexto organizacional.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Esta diapositiva funciona como transición hacia el menú de semanas. Se puede usar en clase para explicar la progresión del curso y mostrar que cada semana tiene una presentación independiente. Destacar que las semanas no deben entenderse como temas aislados, sino como partes conectadas de una misma ruta: comprender la seguridad, gestionar riesgos, implementar controles, medir resultados y mejorar continuamente.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Aclarar que estos enlaces permiten abrir cada presentación semanal y descargar los archivos cuando ya hayan sido exportados. Si alguna semana aún no está construida, se puede mantener el enlace con el nombre de la semana o reemplazar temporalmente el texto por “En construcción”. Recomendar verificar que los nombres de los archivos coincidan exactamente con los archivos generados en la carpeta semanas y en la carpeta descargas.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la Seguridad de la Información — Open Class</dc:title>
  <dc:subject>PptxGenJS Presentation</dc:subject>
  <dc:creator/>
  <cp:lastModifiedBy/>
  <cp:revision>1</cp:revision>
  <dcterms:created xsi:type="dcterms:W3CDTF">2026-05-23T02:52:25Z</dcterms:created>
  <dcterms:modified xsi:type="dcterms:W3CDTF">2026-05-23T02:52:25Z</dcterms:modified>
</cp:coreProperties>
</file>